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8" r:id="rId3"/>
    <p:sldId id="259" r:id="rId4"/>
    <p:sldId id="257" r:id="rId5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7" d="100"/>
          <a:sy n="87" d="100"/>
        </p:scale>
        <p:origin x="-1464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59280"/>
            <a:ext cx="6400800" cy="1295400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pic>
        <p:nvPicPr>
          <p:cNvPr id="8" name="Picture 7" descr="flourish2.png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lum bright="-14000"/>
          </a:blip>
          <a:stretch>
            <a:fillRect/>
          </a:stretch>
        </p:blipFill>
        <p:spPr>
          <a:xfrm>
            <a:off x="0" y="2801112"/>
            <a:ext cx="9144000" cy="932688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429000"/>
            <a:ext cx="6400800" cy="762000"/>
          </a:xfrm>
        </p:spPr>
        <p:txBody>
          <a:bodyPr>
            <a:normAutofit/>
          </a:bodyPr>
          <a:lstStyle>
            <a:lvl1pPr marL="0" indent="0" algn="ctr">
              <a:buNone/>
              <a:defRPr sz="2000" i="1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/>
        <p:txBody>
          <a:bodyPr/>
          <a:lstStyle/>
          <a:p>
            <a:fld id="{6DF285CD-9506-4D6E-8EA3-635D36629F5F}" type="datetimeFigureOut">
              <a:rPr lang="pt-BR" smtClean="0"/>
              <a:t>06/06/2019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2315E-6B87-41D2-95B1-044526C5A435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438400"/>
            <a:ext cx="6400800" cy="3048001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285CD-9506-4D6E-8EA3-635D36629F5F}" type="datetimeFigureOut">
              <a:rPr lang="pt-BR" smtClean="0"/>
              <a:t>06/06/2019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2315E-6B87-41D2-95B1-044526C5A435}" type="slidenum">
              <a:rPr lang="pt-BR" smtClean="0"/>
              <a:t>‹nº›</a:t>
            </a:fld>
            <a:endParaRPr lang="pt-BR"/>
          </a:p>
        </p:txBody>
      </p:sp>
      <p:pic>
        <p:nvPicPr>
          <p:cNvPr id="9" name="Picture 8" descr="flourish2.png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lum bright="-14000"/>
          </a:blip>
          <a:stretch>
            <a:fillRect/>
          </a:stretch>
        </p:blipFill>
        <p:spPr>
          <a:xfrm>
            <a:off x="0" y="1618488"/>
            <a:ext cx="9144000" cy="93268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285CD-9506-4D6E-8EA3-635D36629F5F}" type="datetimeFigureOut">
              <a:rPr lang="pt-BR" smtClean="0"/>
              <a:t>06/06/2019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2315E-6B87-41D2-95B1-044526C5A435}" type="slidenum">
              <a:rPr lang="pt-BR" smtClean="0"/>
              <a:t>‹nº›</a:t>
            </a:fld>
            <a:endParaRPr lang="pt-BR"/>
          </a:p>
        </p:txBody>
      </p:sp>
      <p:pic>
        <p:nvPicPr>
          <p:cNvPr id="7" name="Picture 6" descr="flourish2.png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lum bright="-14000"/>
          </a:blip>
          <a:stretch>
            <a:fillRect/>
          </a:stretch>
        </p:blipFill>
        <p:spPr>
          <a:xfrm>
            <a:off x="0" y="2684462"/>
            <a:ext cx="9144000" cy="93268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800" y="3410267"/>
            <a:ext cx="6248400" cy="1456373"/>
          </a:xfrm>
        </p:spPr>
        <p:txBody>
          <a:bodyPr anchor="t">
            <a:normAutofit/>
          </a:bodyPr>
          <a:lstStyle>
            <a:lvl1pPr algn="ctr">
              <a:defRPr sz="3600" b="0" i="0" cap="all" baseline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800" y="1503680"/>
            <a:ext cx="6248400" cy="1566862"/>
          </a:xfrm>
        </p:spPr>
        <p:txBody>
          <a:bodyPr anchor="b"/>
          <a:lstStyle>
            <a:lvl1pPr marL="0" indent="0" algn="ctr">
              <a:buNone/>
              <a:defRPr sz="2000" b="0" i="1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pic>
        <p:nvPicPr>
          <p:cNvPr id="8" name="Picture 7" descr="flourish2.png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lum bright="-14000"/>
          </a:blip>
          <a:stretch>
            <a:fillRect/>
          </a:stretch>
        </p:blipFill>
        <p:spPr>
          <a:xfrm>
            <a:off x="0" y="2684462"/>
            <a:ext cx="9144000" cy="93268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371600" y="2438400"/>
            <a:ext cx="3124200" cy="3124200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285CD-9506-4D6E-8EA3-635D36629F5F}" type="datetimeFigureOut">
              <a:rPr lang="pt-BR" smtClean="0"/>
              <a:t>06/06/2019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2315E-6B87-41D2-95B1-044526C5A435}" type="slidenum">
              <a:rPr lang="pt-BR" smtClean="0"/>
              <a:t>‹nº›</a:t>
            </a:fld>
            <a:endParaRPr lang="pt-BR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4"/>
          </p:nvPr>
        </p:nvSpPr>
        <p:spPr>
          <a:xfrm>
            <a:off x="4648200" y="2438400"/>
            <a:ext cx="3124200" cy="3124200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pic>
        <p:nvPicPr>
          <p:cNvPr id="9" name="Picture 8" descr="flourish2.png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lum bright="-14000"/>
          </a:blip>
          <a:stretch>
            <a:fillRect/>
          </a:stretch>
        </p:blipFill>
        <p:spPr>
          <a:xfrm>
            <a:off x="0" y="1618488"/>
            <a:ext cx="9144000" cy="93268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flourish2.png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lum bright="-14000"/>
          </a:blip>
          <a:stretch>
            <a:fillRect/>
          </a:stretch>
        </p:blipFill>
        <p:spPr>
          <a:xfrm>
            <a:off x="0" y="1618488"/>
            <a:ext cx="9144000" cy="932688"/>
          </a:xfrm>
          <a:prstGeom prst="rect">
            <a:avLst/>
          </a:prstGeom>
        </p:spPr>
      </p:pic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1371600" y="2819400"/>
            <a:ext cx="3124200" cy="2743200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48200" y="2819400"/>
            <a:ext cx="3124200" cy="2743200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62201"/>
            <a:ext cx="3125788" cy="451338"/>
          </a:xfrm>
        </p:spPr>
        <p:txBody>
          <a:bodyPr anchor="b"/>
          <a:lstStyle>
            <a:lvl1pPr marL="0" indent="0" algn="ctr">
              <a:buNone/>
              <a:defRPr sz="18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2359152"/>
            <a:ext cx="3127375" cy="448056"/>
          </a:xfrm>
        </p:spPr>
        <p:txBody>
          <a:bodyPr anchor="b"/>
          <a:lstStyle>
            <a:lvl1pPr marL="0" indent="0" algn="ctr">
              <a:buNone/>
              <a:defRPr sz="18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285CD-9506-4D6E-8EA3-635D36629F5F}" type="datetimeFigureOut">
              <a:rPr lang="pt-BR" smtClean="0"/>
              <a:t>06/06/2019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2315E-6B87-41D2-95B1-044526C5A435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285CD-9506-4D6E-8EA3-635D36629F5F}" type="datetimeFigureOut">
              <a:rPr lang="pt-BR" smtClean="0"/>
              <a:t>06/06/2019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2315E-6B87-41D2-95B1-044526C5A435}" type="slidenum">
              <a:rPr lang="pt-BR" smtClean="0"/>
              <a:t>‹nº›</a:t>
            </a:fld>
            <a:endParaRPr lang="pt-BR"/>
          </a:p>
        </p:txBody>
      </p:sp>
      <p:pic>
        <p:nvPicPr>
          <p:cNvPr id="7" name="Picture 6" descr="flourish2.png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lum bright="-14000"/>
          </a:blip>
          <a:stretch>
            <a:fillRect/>
          </a:stretch>
        </p:blipFill>
        <p:spPr>
          <a:xfrm>
            <a:off x="0" y="1618488"/>
            <a:ext cx="9144000" cy="93268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285CD-9506-4D6E-8EA3-635D36629F5F}" type="datetimeFigureOut">
              <a:rPr lang="pt-BR" smtClean="0"/>
              <a:t>06/06/2019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2315E-6B87-41D2-95B1-044526C5A435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1" y="1676400"/>
            <a:ext cx="2819399" cy="599440"/>
          </a:xfrm>
        </p:spPr>
        <p:txBody>
          <a:bodyPr anchor="b">
            <a:noAutofit/>
          </a:bodyPr>
          <a:lstStyle>
            <a:lvl1pPr algn="ctr">
              <a:defRPr sz="1700" b="1" cap="all" spc="0" baseline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1" y="2275840"/>
            <a:ext cx="2819399" cy="2905760"/>
          </a:xfrm>
        </p:spPr>
        <p:txBody>
          <a:bodyPr/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285CD-9506-4D6E-8EA3-635D36629F5F}" type="datetimeFigureOut">
              <a:rPr lang="pt-BR" smtClean="0"/>
              <a:t>06/06/2019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2315E-6B87-41D2-95B1-044526C5A435}" type="slidenum">
              <a:rPr lang="pt-BR" smtClean="0"/>
              <a:t>‹nº›</a:t>
            </a:fld>
            <a:endParaRPr lang="pt-BR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371600" y="1676400"/>
            <a:ext cx="3276600" cy="3505200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que 9"/>
          <p:cNvSpPr/>
          <p:nvPr/>
        </p:nvSpPr>
        <p:spPr>
          <a:xfrm>
            <a:off x="1463040" y="1847088"/>
            <a:ext cx="3090672" cy="3090672"/>
          </a:xfrm>
          <a:prstGeom prst="plaque">
            <a:avLst>
              <a:gd name="adj" fmla="val 8438"/>
            </a:avLst>
          </a:prstGeom>
          <a:noFill/>
          <a:ln w="9525">
            <a:solidFill>
              <a:schemeClr val="tx2">
                <a:alpha val="17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0" y="1676400"/>
            <a:ext cx="2819400" cy="599440"/>
          </a:xfrm>
        </p:spPr>
        <p:txBody>
          <a:bodyPr anchor="b">
            <a:noAutofit/>
          </a:bodyPr>
          <a:lstStyle>
            <a:lvl1pPr algn="ctr">
              <a:defRPr sz="1700" b="1" cap="all" spc="0" baseline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24000" y="1905000"/>
            <a:ext cx="2971800" cy="2971800"/>
          </a:xfrm>
          <a:prstGeom prst="plaque">
            <a:avLst>
              <a:gd name="adj" fmla="val 8341"/>
            </a:avLst>
          </a:prstGeom>
          <a:solidFill>
            <a:schemeClr val="bg1">
              <a:lumMod val="95000"/>
              <a:alpha val="35000"/>
            </a:schemeClr>
          </a:solidFill>
          <a:ln w="98425" cmpd="thinThick">
            <a:noFill/>
            <a:bevel/>
          </a:ln>
        </p:spPr>
        <p:txBody>
          <a:bodyPr>
            <a:normAutofit/>
          </a:bodyPr>
          <a:lstStyle>
            <a:lvl1pPr marL="0" indent="0" algn="ctr">
              <a:buNone/>
              <a:defRPr sz="1800" baseline="0">
                <a:solidFill>
                  <a:schemeClr val="tx2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0" y="2276856"/>
            <a:ext cx="2819400" cy="2875280"/>
          </a:xfrm>
        </p:spPr>
        <p:txBody>
          <a:bodyPr/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285CD-9506-4D6E-8EA3-635D36629F5F}" type="datetimeFigureOut">
              <a:rPr lang="pt-BR" smtClean="0"/>
              <a:t>06/06/2019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2315E-6B87-41D2-95B1-044526C5A435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285CD-9506-4D6E-8EA3-635D36629F5F}" type="datetimeFigureOut">
              <a:rPr lang="pt-BR" smtClean="0"/>
              <a:t>06/06/2019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2315E-6B87-41D2-95B1-044526C5A435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209041"/>
            <a:ext cx="1295400" cy="4318000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400" y="1219199"/>
            <a:ext cx="5181600" cy="4267201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285CD-9506-4D6E-8EA3-635D36629F5F}" type="datetimeFigureOut">
              <a:rPr lang="pt-BR" smtClean="0"/>
              <a:t>06/06/2019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2315E-6B87-41D2-95B1-044526C5A435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window3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1295400"/>
            <a:ext cx="6400800" cy="6858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057400"/>
            <a:ext cx="6400800" cy="34290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white">
          <a:xfrm>
            <a:off x="304800" y="6356350"/>
            <a:ext cx="2133600" cy="3651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>
            <a:lvl1pPr algn="l">
              <a:defRPr sz="1100" baseline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6DF285CD-9506-4D6E-8EA3-635D36629F5F}" type="datetimeFigureOut">
              <a:rPr lang="pt-BR" smtClean="0"/>
              <a:t>06/06/2019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white">
          <a:xfrm>
            <a:off x="2971800" y="6356350"/>
            <a:ext cx="320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baseline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white">
          <a:xfrm>
            <a:off x="6675120" y="636422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baseline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EA92315E-6B87-41D2-95B1-044526C5A435}" type="slidenum">
              <a:rPr lang="pt-BR" smtClean="0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3600" kern="1200" cap="all" spc="300" baseline="0">
          <a:solidFill>
            <a:schemeClr val="tx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0" indent="-274320" algn="l" defTabSz="914400" rtl="0" eaLnBrk="1" latinLnBrk="0" hangingPunct="1">
        <a:lnSpc>
          <a:spcPct val="150000"/>
        </a:lnSpc>
        <a:spcBef>
          <a:spcPct val="20000"/>
        </a:spcBef>
        <a:buClrTx/>
        <a:buFont typeface="Wingdings" pitchFamily="2" charset="2"/>
        <a:buChar char="v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28600" algn="l" defTabSz="914400" rtl="0" eaLnBrk="1" latinLnBrk="0" hangingPunct="1">
        <a:spcBef>
          <a:spcPct val="20000"/>
        </a:spcBef>
        <a:buClrTx/>
        <a:buFont typeface="Arial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Tx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Tx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Tx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ClrTx/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ClrTx/>
        <a:buFont typeface="Arial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ClrTx/>
        <a:buFont typeface="Arial" pitchFamily="34" charset="0"/>
        <a:buChar char="•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ClrTx/>
        <a:buFont typeface="Arial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err="1" smtClean="0"/>
              <a:t>Darkboard</a:t>
            </a:r>
            <a:endParaRPr lang="pt-BR" dirty="0"/>
          </a:p>
        </p:txBody>
      </p:sp>
      <p:sp>
        <p:nvSpPr>
          <p:cNvPr id="7" name="Subtítulo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smtClean="0"/>
              <a:t>A ferramenta dos alunos e professores!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13827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pt-BR" dirty="0" smtClean="0"/>
              <a:t>18203 – Danilo Nunes</a:t>
            </a:r>
            <a:endParaRPr lang="pt-BR" dirty="0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Desenvolvedores</a:t>
            </a:r>
            <a:endParaRPr lang="pt-BR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pt-BR" dirty="0" smtClean="0"/>
              <a:t>18207 – João Victor </a:t>
            </a:r>
            <a:r>
              <a:rPr lang="pt-BR" dirty="0" err="1" smtClean="0"/>
              <a:t>Javitti</a:t>
            </a:r>
            <a:endParaRPr lang="pt-BR" dirty="0"/>
          </a:p>
        </p:txBody>
      </p:sp>
      <p:sp>
        <p:nvSpPr>
          <p:cNvPr id="5" name="AutoShape 2" descr="blob:https://web.whatsapp.com/cd56ff9a-f11f-4b9e-b67e-0a769ae7124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AutoShape 4" descr="blob:https://web.whatsapp.com/cd56ff9a-f11f-4b9e-b67e-0a769ae7124c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7" name="AutoShape 6" descr="blob:https://web.whatsapp.com/cd56ff9a-f11f-4b9e-b67e-0a769ae7124c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1031" name="Picture 7" descr="D:\PLANOS DE FUNDO\fotos zoadas\me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698" b="16642"/>
          <a:stretch/>
        </p:blipFill>
        <p:spPr bwMode="auto">
          <a:xfrm>
            <a:off x="1400470" y="2852936"/>
            <a:ext cx="2808312" cy="3777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D:\PLANOS DE FUNDO\fotos zoadas\jaoFeliz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95" t="10678" r="16113" b="38404"/>
          <a:stretch/>
        </p:blipFill>
        <p:spPr bwMode="auto">
          <a:xfrm>
            <a:off x="4644008" y="2837858"/>
            <a:ext cx="2906486" cy="3777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01419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 </a:t>
            </a:r>
            <a:r>
              <a:rPr lang="pt-BR" dirty="0" err="1"/>
              <a:t>DarkBoard</a:t>
            </a:r>
            <a:r>
              <a:rPr lang="pt-BR" dirty="0"/>
              <a:t>?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 err="1" smtClean="0"/>
              <a:t>DarkBoard</a:t>
            </a:r>
            <a:r>
              <a:rPr lang="pt-BR" dirty="0" smtClean="0"/>
              <a:t> é um site desenvolvido para ser usado por alunos e professores onde:</a:t>
            </a:r>
          </a:p>
          <a:p>
            <a:r>
              <a:rPr lang="pt-BR" dirty="0" smtClean="0"/>
              <a:t>Professores criam, administram</a:t>
            </a:r>
            <a:r>
              <a:rPr lang="pt-BR" dirty="0"/>
              <a:t> </a:t>
            </a:r>
            <a:r>
              <a:rPr lang="pt-BR" dirty="0" smtClean="0"/>
              <a:t>e removem salas, nas quais ele pode adicionar, remover, atribuir a nota e frequência de alunos. Também pode enviar comunicados, atribuir atividades e arquivos.</a:t>
            </a:r>
          </a:p>
          <a:p>
            <a:r>
              <a:rPr lang="pt-BR" dirty="0" smtClean="0"/>
              <a:t>Alunos podem participar de uma sala onde verão as atividades e comunicados do professor, poderão entregar seus </a:t>
            </a:r>
            <a:r>
              <a:rPr lang="pt-BR" smtClean="0"/>
              <a:t>trabalhos.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174068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smtClean="0"/>
              <a:t>Objetivos e benefícios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err="1" smtClean="0"/>
              <a:t>DarkBoard</a:t>
            </a:r>
            <a:r>
              <a:rPr lang="pt-BR" dirty="0" smtClean="0"/>
              <a:t> é um projeto desenvolvido visando solucionar os problemas do cotidiano enfrentados por alunos e professores como:</a:t>
            </a:r>
          </a:p>
          <a:p>
            <a:r>
              <a:rPr lang="pt-BR" dirty="0" smtClean="0"/>
              <a:t>a </a:t>
            </a:r>
            <a:r>
              <a:rPr lang="pt-BR" dirty="0"/>
              <a:t>falta de </a:t>
            </a:r>
            <a:r>
              <a:rPr lang="pt-BR" dirty="0" smtClean="0"/>
              <a:t>organização</a:t>
            </a:r>
          </a:p>
          <a:p>
            <a:r>
              <a:rPr lang="pt-BR" dirty="0" smtClean="0"/>
              <a:t>planejamento </a:t>
            </a:r>
            <a:endParaRPr lang="pt-BR" dirty="0"/>
          </a:p>
          <a:p>
            <a:r>
              <a:rPr lang="pt-BR" dirty="0" smtClean="0"/>
              <a:t>Informação</a:t>
            </a:r>
            <a:endParaRPr lang="pt-BR" dirty="0"/>
          </a:p>
          <a:p>
            <a:r>
              <a:rPr lang="pt-BR" dirty="0" smtClean="0"/>
              <a:t>Comunicação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0995448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stura">
  <a:themeElements>
    <a:clrScheme name="Costura">
      <a:dk1>
        <a:sysClr val="windowText" lastClr="000000"/>
      </a:dk1>
      <a:lt1>
        <a:sysClr val="window" lastClr="FFFFFF"/>
      </a:lt1>
      <a:dk2>
        <a:srgbClr val="37302A"/>
      </a:dk2>
      <a:lt2>
        <a:srgbClr val="D0CCB9"/>
      </a:lt2>
      <a:accent1>
        <a:srgbClr val="9E8E5C"/>
      </a:accent1>
      <a:accent2>
        <a:srgbClr val="A09781"/>
      </a:accent2>
      <a:accent3>
        <a:srgbClr val="85776D"/>
      </a:accent3>
      <a:accent4>
        <a:srgbClr val="AEAFA9"/>
      </a:accent4>
      <a:accent5>
        <a:srgbClr val="8D878B"/>
      </a:accent5>
      <a:accent6>
        <a:srgbClr val="6B6149"/>
      </a:accent6>
      <a:hlink>
        <a:srgbClr val="B6A272"/>
      </a:hlink>
      <a:folHlink>
        <a:srgbClr val="8A784F"/>
      </a:folHlink>
    </a:clrScheme>
    <a:fontScheme name="Traje Formal">
      <a:majorFont>
        <a:latin typeface="Garamond"/>
        <a:ea typeface=""/>
        <a:cs typeface=""/>
        <a:font script="Grek" typeface="Constantia"/>
        <a:font script="Cyrl" typeface="Constantia"/>
        <a:font script="Jpan" typeface="ＭＳ Ｐ明朝"/>
        <a:font script="Hang" typeface="궁서"/>
        <a:font script="Hans" typeface="仿宋"/>
        <a:font script="Hant" typeface="標楷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aramond"/>
        <a:ea typeface=""/>
        <a:cs typeface=""/>
        <a:font script="Grek" typeface="Constantia"/>
        <a:font script="Cyrl" typeface="Constantia"/>
        <a:font script="Jpan" typeface="ＭＳ Ｐ明朝"/>
        <a:font script="Hang" typeface="궁서"/>
        <a:font script="Hans" typeface="仿宋"/>
        <a:font script="Hant" typeface="標楷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Costura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0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100000" r="100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30000"/>
                <a:satMod val="200000"/>
              </a:schemeClr>
              <a:schemeClr val="phClr">
                <a:tint val="20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Couture</Template>
  <TotalTime>29</TotalTime>
  <Words>119</Words>
  <Application>Microsoft Office PowerPoint</Application>
  <PresentationFormat>Apresentação na tela (4:3)</PresentationFormat>
  <Paragraphs>15</Paragraphs>
  <Slides>4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5" baseType="lpstr">
      <vt:lpstr>Costura</vt:lpstr>
      <vt:lpstr>Darkboard</vt:lpstr>
      <vt:lpstr>Desenvolvedores</vt:lpstr>
      <vt:lpstr>O que é DarkBoard?</vt:lpstr>
      <vt:lpstr>Objetivos e benefícios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DANILO DE OLIVEIRA NUNES</dc:creator>
  <cp:lastModifiedBy>DANILO DE OLIVEIRA NUNES</cp:lastModifiedBy>
  <cp:revision>9</cp:revision>
  <dcterms:created xsi:type="dcterms:W3CDTF">2019-06-06T11:26:37Z</dcterms:created>
  <dcterms:modified xsi:type="dcterms:W3CDTF">2019-06-06T11:56:31Z</dcterms:modified>
</cp:coreProperties>
</file>